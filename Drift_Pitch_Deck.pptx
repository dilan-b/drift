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2D6A4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40916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your screen time.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teens build better screen habits through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task-based rewards and Apple Screen Time integration.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Riaan Sanghani, Founder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riaan@getdriftapp.org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377440" cy="2011680"/>
          </a:xfrm>
          <a:prstGeom prst="roundRect">
            <a:avLst>
              <a:gd name="adj" fmla="val 6818"/>
            </a:avLst>
          </a:prstGeom>
          <a:solidFill>
            <a:srgbClr val="F5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7+ hrs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screen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for US teens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371600"/>
            <a:ext cx="2377440" cy="2011680"/>
          </a:xfrm>
          <a:prstGeom prst="roundRect">
            <a:avLst>
              <a:gd name="adj" fmla="val 6818"/>
            </a:avLst>
          </a:prstGeom>
          <a:solidFill>
            <a:srgbClr val="F5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parents say managing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 is difficult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2377440" cy="2011680"/>
          </a:xfrm>
          <a:prstGeom prst="roundRect">
            <a:avLst>
              <a:gd name="adj" fmla="val 6818"/>
            </a:avLst>
          </a:prstGeom>
          <a:solidFill>
            <a:srgbClr val="F5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$56B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annually on apps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exploit teen attention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parental controls are binary: block everything or allow everything.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 rebel against restrictions. Parents feel helpless. Nobody wins.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flips screen time from a battle into a reward system.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73736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Tasks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3017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Homework, chores, exercise,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custom goals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73736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874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3464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Blocked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834640" y="3017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TikTok, Instagram, games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locked via Screen Time API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40680" y="173736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8745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3776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Tasks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937760" y="3017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through AI photo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or self-report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543800" y="173736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8745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Screen Time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040880" y="3017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unlock for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duration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31520" y="393192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/>
        </p:spPr>
      </p:sp>
      <p:sp>
        <p:nvSpPr>
          <p:cNvPr id="21" name="Text 15"/>
          <p:cNvSpPr/>
          <p:nvPr/>
        </p:nvSpPr>
        <p:spPr>
          <a:xfrm>
            <a:off x="1005840" y="39319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Apple's Family Controls and Screen Time API. The only app that turns restrictions into motivation.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377440" cy="2377440"/>
          </a:xfrm>
          <a:prstGeom prst="roundRect">
            <a:avLst>
              <a:gd name="adj" fmla="val 5769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parental control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market by 2028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2377440" cy="2377440"/>
          </a:xfrm>
          <a:prstGeom prst="roundRect">
            <a:avLst>
              <a:gd name="adj" fmla="val 5769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$1.2B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0" y="2560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US/UK iOS families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 10-18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377440" cy="2377440"/>
          </a:xfrm>
          <a:prstGeom prst="roundRect">
            <a:avLst>
              <a:gd name="adj" fmla="val 5769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$45M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0800" y="2560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through organic,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channels, partnerships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Tailwinds: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Phone-free school legislation in 15+ states. Surgeon General's advisory on social media and youth. Apple expanding Screen Time APIs.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Deep Dive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5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37160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4356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 Blocking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1920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Apple's Family Controls framework. Blocks at the OS level, not a VPN workaround.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66160" y="11887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5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703320" y="137160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14356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9768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Task Verification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703320" y="1920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Photo-based AI check confirms tasks are actually done. Prevents gaming the system.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11887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5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37960" y="137160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4356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and Progression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537960" y="1920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leveling system keeps teens engaged. Streaks, categories, and difficulty scaling.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3152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5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310896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17296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Features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68680" y="3657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Friends, challenges, and leaderboards. Peer motivation drives daily usage.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56616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5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703320" y="310896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328" y="317296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29768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DriftIn Focus Mode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703320" y="3657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Pomodoro-style focus sessions that earn bonus screen time. Builds deep work habits.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40080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5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37960" y="310896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3172968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3232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Parent-Friendly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537960" y="3657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can set tasks remotely. Weekly insights on task completion and screen time earned.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017520"/>
          </a:xfrm>
          <a:prstGeom prst="roundRect">
            <a:avLst>
              <a:gd name="adj" fmla="val 4545"/>
            </a:avLst>
          </a:prstGeom>
          <a:solidFill>
            <a:srgbClr val="F5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9202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active tasks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app blocking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screen time tracking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and leveling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adoption and habit formation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3017520"/>
          </a:xfrm>
          <a:prstGeom prst="roundRect">
            <a:avLst>
              <a:gd name="adj" fmla="val 4545"/>
            </a:avLst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Pro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12080" y="19202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tasks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photo verification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$2.99/month or $29.99/year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1-week free trial on all Pro subscriptions. School and family bulk pricing planned.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App Store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Organic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0" y="1920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zero ad spend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outreach emails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educators and partners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280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13232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replies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first 2 weeks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full iOS app with native Screen Time integration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task verification system (photo proof)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subscription billing live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features: friends, challenges, leaderboards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to 10+ university researchers studying teen digital wellness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Drift Wins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18872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Bark 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Qustodio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Opal 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apps at OS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Task-based 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task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Teen-friendly (not surveillance)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Gamification and social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visibility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is the only app that combines real OS-level blocking with a positive, gamified reward system.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F5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37160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630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to Consumer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0" y="1645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optimization, TikTok/Instagram content showing real teens using Drift, parent community partnerships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237744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F5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05840" y="256032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517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and Districts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8288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mode for teachers to assign tasks. Bulk licensing. Partnership with PTA and counselor associations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56616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F5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05840" y="374904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8404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and Research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828800" y="4023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Collaborations with parenting experts, digital wellness nonprofits, and university researchers studying screen time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Near-term: organic growth and school pilots. Mid-term: district contracts and corporate family benefits.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2D6A4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40916C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is building the future of healthy screen habits for the next generation.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11680" y="251460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832" y="258775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51760" y="2468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raise to accelerate growth, hire, and expand to Android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0" y="324612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331927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3200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introductions to school districts and EdTech partners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011680" y="397764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2" y="405079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51760" y="3931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scaling a consumer app in the parental controls space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Riaan Sanghani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riaan@getdriftapp.org  |  getdriftapp.org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Drift - Investor Deck</dc:title>
  <dc:subject>PptxGenJS Presentation</dc:subject>
  <dc:creator>Riaan Sanghani</dc:creator>
  <cp:lastModifiedBy>Riaan Sanghani</cp:lastModifiedBy>
  <cp:revision>1</cp:revision>
  <dcterms:created xsi:type="dcterms:W3CDTF">2026-07-07T00:38:27Z</dcterms:created>
  <dcterms:modified xsi:type="dcterms:W3CDTF">2026-07-07T00:38:27Z</dcterms:modified>
</cp:coreProperties>
</file>